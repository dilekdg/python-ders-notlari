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70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tr-TR"/>
    </a:defPPr>
    <a:lvl1pPr marL="0" algn="l" defTabSz="9142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5" algn="l" defTabSz="9142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0" algn="l" defTabSz="9142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35" algn="l" defTabSz="9142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81" algn="l" defTabSz="9142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26" algn="l" defTabSz="9142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8438C6-6EBF-443E-A2E3-64877342E920}" v="6" dt="2026-03-03T20:10:04.7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–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23" autoAdjust="0"/>
  </p:normalViewPr>
  <p:slideViewPr>
    <p:cSldViewPr snapToGrid="0">
      <p:cViewPr varScale="1">
        <p:scale>
          <a:sx n="88" d="100"/>
          <a:sy n="88" d="100"/>
        </p:scale>
        <p:origin x="25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lek Goncer Demiral" userId="8ad81760-caeb-4912-905c-4b9b833484e3" providerId="ADAL" clId="{002485A7-B024-4198-B90F-571898CA27BB}"/>
    <pc:docChg chg="custSel addSld delSld modSld">
      <pc:chgData name="Dilek Goncer Demiral" userId="8ad81760-caeb-4912-905c-4b9b833484e3" providerId="ADAL" clId="{002485A7-B024-4198-B90F-571898CA27BB}" dt="2026-03-03T20:12:43.732" v="4477" actId="20577"/>
      <pc:docMkLst>
        <pc:docMk/>
      </pc:docMkLst>
      <pc:sldChg chg="modSp mod">
        <pc:chgData name="Dilek Goncer Demiral" userId="8ad81760-caeb-4912-905c-4b9b833484e3" providerId="ADAL" clId="{002485A7-B024-4198-B90F-571898CA27BB}" dt="2026-03-02T18:17:05.323" v="10" actId="20577"/>
        <pc:sldMkLst>
          <pc:docMk/>
          <pc:sldMk cId="2592068672" sldId="258"/>
        </pc:sldMkLst>
        <pc:spChg chg="mod">
          <ac:chgData name="Dilek Goncer Demiral" userId="8ad81760-caeb-4912-905c-4b9b833484e3" providerId="ADAL" clId="{002485A7-B024-4198-B90F-571898CA27BB}" dt="2026-03-02T18:17:05.323" v="10" actId="20577"/>
          <ac:spMkLst>
            <pc:docMk/>
            <pc:sldMk cId="2592068672" sldId="258"/>
            <ac:spMk id="5" creationId="{BF95F155-11DA-8EA4-83CE-927515A07544}"/>
          </ac:spMkLst>
        </pc:spChg>
        <pc:spChg chg="mod">
          <ac:chgData name="Dilek Goncer Demiral" userId="8ad81760-caeb-4912-905c-4b9b833484e3" providerId="ADAL" clId="{002485A7-B024-4198-B90F-571898CA27BB}" dt="2026-03-02T18:16:46.660" v="1" actId="20577"/>
          <ac:spMkLst>
            <pc:docMk/>
            <pc:sldMk cId="2592068672" sldId="258"/>
            <ac:spMk id="6" creationId="{00330D43-F733-F442-85A5-63C5B9B19FB5}"/>
          </ac:spMkLst>
        </pc:spChg>
      </pc:sldChg>
      <pc:sldChg chg="modSp new mod">
        <pc:chgData name="Dilek Goncer Demiral" userId="8ad81760-caeb-4912-905c-4b9b833484e3" providerId="ADAL" clId="{002485A7-B024-4198-B90F-571898CA27BB}" dt="2026-03-02T18:40:43.921" v="822" actId="15"/>
        <pc:sldMkLst>
          <pc:docMk/>
          <pc:sldMk cId="2628394029" sldId="259"/>
        </pc:sldMkLst>
        <pc:spChg chg="mod">
          <ac:chgData name="Dilek Goncer Demiral" userId="8ad81760-caeb-4912-905c-4b9b833484e3" providerId="ADAL" clId="{002485A7-B024-4198-B90F-571898CA27BB}" dt="2026-03-02T18:36:13.613" v="202" actId="113"/>
          <ac:spMkLst>
            <pc:docMk/>
            <pc:sldMk cId="2628394029" sldId="259"/>
            <ac:spMk id="2" creationId="{6BAED5AF-AB31-A6D1-1DF2-2E95AC19D4EF}"/>
          </ac:spMkLst>
        </pc:spChg>
        <pc:spChg chg="mod">
          <ac:chgData name="Dilek Goncer Demiral" userId="8ad81760-caeb-4912-905c-4b9b833484e3" providerId="ADAL" clId="{002485A7-B024-4198-B90F-571898CA27BB}" dt="2026-03-02T18:40:43.921" v="822" actId="15"/>
          <ac:spMkLst>
            <pc:docMk/>
            <pc:sldMk cId="2628394029" sldId="259"/>
            <ac:spMk id="3" creationId="{F010D447-90BC-A24D-9E15-EC2BA217FAE5}"/>
          </ac:spMkLst>
        </pc:spChg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3537016112" sldId="259"/>
        </pc:sldMkLst>
      </pc:sldChg>
      <pc:sldChg chg="modSp new mod">
        <pc:chgData name="Dilek Goncer Demiral" userId="8ad81760-caeb-4912-905c-4b9b833484e3" providerId="ADAL" clId="{002485A7-B024-4198-B90F-571898CA27BB}" dt="2026-03-02T18:44:13.244" v="1182" actId="21"/>
        <pc:sldMkLst>
          <pc:docMk/>
          <pc:sldMk cId="3675127901" sldId="260"/>
        </pc:sldMkLst>
        <pc:spChg chg="mod">
          <ac:chgData name="Dilek Goncer Demiral" userId="8ad81760-caeb-4912-905c-4b9b833484e3" providerId="ADAL" clId="{002485A7-B024-4198-B90F-571898CA27BB}" dt="2026-03-02T18:40:58.197" v="848" actId="113"/>
          <ac:spMkLst>
            <pc:docMk/>
            <pc:sldMk cId="3675127901" sldId="260"/>
            <ac:spMk id="2" creationId="{F00CB0E8-94C2-E133-8892-6786518D33E5}"/>
          </ac:spMkLst>
        </pc:spChg>
        <pc:spChg chg="mod">
          <ac:chgData name="Dilek Goncer Demiral" userId="8ad81760-caeb-4912-905c-4b9b833484e3" providerId="ADAL" clId="{002485A7-B024-4198-B90F-571898CA27BB}" dt="2026-03-02T18:44:13.244" v="1182" actId="21"/>
          <ac:spMkLst>
            <pc:docMk/>
            <pc:sldMk cId="3675127901" sldId="260"/>
            <ac:spMk id="3" creationId="{F102246B-8863-459F-FBF7-E0A3EB78812E}"/>
          </ac:spMkLst>
        </pc:spChg>
      </pc:sldChg>
      <pc:sldChg chg="modSp new mod">
        <pc:chgData name="Dilek Goncer Demiral" userId="8ad81760-caeb-4912-905c-4b9b833484e3" providerId="ADAL" clId="{002485A7-B024-4198-B90F-571898CA27BB}" dt="2026-03-02T18:49:33.104" v="1727" actId="113"/>
        <pc:sldMkLst>
          <pc:docMk/>
          <pc:sldMk cId="1195544054" sldId="261"/>
        </pc:sldMkLst>
        <pc:spChg chg="mod">
          <ac:chgData name="Dilek Goncer Demiral" userId="8ad81760-caeb-4912-905c-4b9b833484e3" providerId="ADAL" clId="{002485A7-B024-4198-B90F-571898CA27BB}" dt="2026-03-02T18:49:33.104" v="1727" actId="113"/>
          <ac:spMkLst>
            <pc:docMk/>
            <pc:sldMk cId="1195544054" sldId="261"/>
            <ac:spMk id="2" creationId="{E7989DFB-02A1-9D94-6457-04BEB6370D92}"/>
          </ac:spMkLst>
        </pc:spChg>
        <pc:spChg chg="mod">
          <ac:chgData name="Dilek Goncer Demiral" userId="8ad81760-caeb-4912-905c-4b9b833484e3" providerId="ADAL" clId="{002485A7-B024-4198-B90F-571898CA27BB}" dt="2026-03-02T18:44:56.178" v="1304" actId="20577"/>
          <ac:spMkLst>
            <pc:docMk/>
            <pc:sldMk cId="1195544054" sldId="261"/>
            <ac:spMk id="3" creationId="{DEB7C805-788E-6258-58BD-87C4E525BA9B}"/>
          </ac:spMkLst>
        </pc:spChg>
      </pc:sldChg>
      <pc:sldChg chg="modSp new mod">
        <pc:chgData name="Dilek Goncer Demiral" userId="8ad81760-caeb-4912-905c-4b9b833484e3" providerId="ADAL" clId="{002485A7-B024-4198-B90F-571898CA27BB}" dt="2026-03-03T20:12:43.732" v="4477" actId="20577"/>
        <pc:sldMkLst>
          <pc:docMk/>
          <pc:sldMk cId="3361711499" sldId="262"/>
        </pc:sldMkLst>
        <pc:spChg chg="mod">
          <ac:chgData name="Dilek Goncer Demiral" userId="8ad81760-caeb-4912-905c-4b9b833484e3" providerId="ADAL" clId="{002485A7-B024-4198-B90F-571898CA27BB}" dt="2026-03-02T18:49:28.427" v="1725" actId="207"/>
          <ac:spMkLst>
            <pc:docMk/>
            <pc:sldMk cId="3361711499" sldId="262"/>
            <ac:spMk id="2" creationId="{745B4189-07B2-E13C-E07F-46504CECD9D9}"/>
          </ac:spMkLst>
        </pc:spChg>
        <pc:spChg chg="mod">
          <ac:chgData name="Dilek Goncer Demiral" userId="8ad81760-caeb-4912-905c-4b9b833484e3" providerId="ADAL" clId="{002485A7-B024-4198-B90F-571898CA27BB}" dt="2026-03-03T20:12:43.732" v="4477" actId="20577"/>
          <ac:spMkLst>
            <pc:docMk/>
            <pc:sldMk cId="3361711499" sldId="262"/>
            <ac:spMk id="3" creationId="{E2B284F1-35CE-F0B8-1227-3C33C40BE931}"/>
          </ac:spMkLst>
        </pc:spChg>
      </pc:sldChg>
      <pc:sldChg chg="modSp new mod">
        <pc:chgData name="Dilek Goncer Demiral" userId="8ad81760-caeb-4912-905c-4b9b833484e3" providerId="ADAL" clId="{002485A7-B024-4198-B90F-571898CA27BB}" dt="2026-03-02T18:56:33.548" v="2547" actId="113"/>
        <pc:sldMkLst>
          <pc:docMk/>
          <pc:sldMk cId="3553747105" sldId="263"/>
        </pc:sldMkLst>
        <pc:spChg chg="mod">
          <ac:chgData name="Dilek Goncer Demiral" userId="8ad81760-caeb-4912-905c-4b9b833484e3" providerId="ADAL" clId="{002485A7-B024-4198-B90F-571898CA27BB}" dt="2026-03-02T18:53:04.705" v="2003" actId="108"/>
          <ac:spMkLst>
            <pc:docMk/>
            <pc:sldMk cId="3553747105" sldId="263"/>
            <ac:spMk id="2" creationId="{31099EF7-B46D-2334-437A-D614F89AEF37}"/>
          </ac:spMkLst>
        </pc:spChg>
        <pc:spChg chg="mod">
          <ac:chgData name="Dilek Goncer Demiral" userId="8ad81760-caeb-4912-905c-4b9b833484e3" providerId="ADAL" clId="{002485A7-B024-4198-B90F-571898CA27BB}" dt="2026-03-02T18:56:33.548" v="2547" actId="113"/>
          <ac:spMkLst>
            <pc:docMk/>
            <pc:sldMk cId="3553747105" sldId="263"/>
            <ac:spMk id="3" creationId="{F364CD71-29F8-D695-E0CC-C0F917E6DC77}"/>
          </ac:spMkLst>
        </pc:spChg>
      </pc:sldChg>
      <pc:sldChg chg="modSp new mod">
        <pc:chgData name="Dilek Goncer Demiral" userId="8ad81760-caeb-4912-905c-4b9b833484e3" providerId="ADAL" clId="{002485A7-B024-4198-B90F-571898CA27BB}" dt="2026-03-02T19:03:20.983" v="2918" actId="27636"/>
        <pc:sldMkLst>
          <pc:docMk/>
          <pc:sldMk cId="457711964" sldId="264"/>
        </pc:sldMkLst>
        <pc:spChg chg="mod">
          <ac:chgData name="Dilek Goncer Demiral" userId="8ad81760-caeb-4912-905c-4b9b833484e3" providerId="ADAL" clId="{002485A7-B024-4198-B90F-571898CA27BB}" dt="2026-03-02T18:57:33.846" v="2713" actId="207"/>
          <ac:spMkLst>
            <pc:docMk/>
            <pc:sldMk cId="457711964" sldId="264"/>
            <ac:spMk id="2" creationId="{9B166FEB-2BAF-D16B-0325-5E1699E51FF9}"/>
          </ac:spMkLst>
        </pc:spChg>
        <pc:spChg chg="mod">
          <ac:chgData name="Dilek Goncer Demiral" userId="8ad81760-caeb-4912-905c-4b9b833484e3" providerId="ADAL" clId="{002485A7-B024-4198-B90F-571898CA27BB}" dt="2026-03-02T19:03:20.983" v="2918" actId="27636"/>
          <ac:spMkLst>
            <pc:docMk/>
            <pc:sldMk cId="457711964" sldId="264"/>
            <ac:spMk id="3" creationId="{D339BDD9-CBBD-6682-D93A-B0EBA64BA6D0}"/>
          </ac:spMkLst>
        </pc:spChg>
      </pc:sldChg>
      <pc:sldChg chg="modSp new mod">
        <pc:chgData name="Dilek Goncer Demiral" userId="8ad81760-caeb-4912-905c-4b9b833484e3" providerId="ADAL" clId="{002485A7-B024-4198-B90F-571898CA27BB}" dt="2026-03-02T20:07:08.714" v="3149"/>
        <pc:sldMkLst>
          <pc:docMk/>
          <pc:sldMk cId="963406935" sldId="265"/>
        </pc:sldMkLst>
        <pc:spChg chg="mod">
          <ac:chgData name="Dilek Goncer Demiral" userId="8ad81760-caeb-4912-905c-4b9b833484e3" providerId="ADAL" clId="{002485A7-B024-4198-B90F-571898CA27BB}" dt="2026-03-02T20:07:08.714" v="3149"/>
          <ac:spMkLst>
            <pc:docMk/>
            <pc:sldMk cId="963406935" sldId="265"/>
            <ac:spMk id="2" creationId="{369E0AA9-6293-9374-3400-C59CA1805169}"/>
          </ac:spMkLst>
        </pc:spChg>
        <pc:spChg chg="mod">
          <ac:chgData name="Dilek Goncer Demiral" userId="8ad81760-caeb-4912-905c-4b9b833484e3" providerId="ADAL" clId="{002485A7-B024-4198-B90F-571898CA27BB}" dt="2026-03-02T19:06:40.181" v="3148" actId="20577"/>
          <ac:spMkLst>
            <pc:docMk/>
            <pc:sldMk cId="963406935" sldId="265"/>
            <ac:spMk id="3" creationId="{A88C127A-5570-4428-9C6A-12C75C8D7760}"/>
          </ac:spMkLst>
        </pc:spChg>
      </pc:sldChg>
      <pc:sldChg chg="modSp new mod">
        <pc:chgData name="Dilek Goncer Demiral" userId="8ad81760-caeb-4912-905c-4b9b833484e3" providerId="ADAL" clId="{002485A7-B024-4198-B90F-571898CA27BB}" dt="2026-03-02T20:25:15.878" v="4259" actId="113"/>
        <pc:sldMkLst>
          <pc:docMk/>
          <pc:sldMk cId="4074351827" sldId="266"/>
        </pc:sldMkLst>
        <pc:spChg chg="mod">
          <ac:chgData name="Dilek Goncer Demiral" userId="8ad81760-caeb-4912-905c-4b9b833484e3" providerId="ADAL" clId="{002485A7-B024-4198-B90F-571898CA27BB}" dt="2026-03-02T20:25:15.878" v="4259" actId="113"/>
          <ac:spMkLst>
            <pc:docMk/>
            <pc:sldMk cId="4074351827" sldId="266"/>
            <ac:spMk id="2" creationId="{D0050116-1C9C-3E1F-B702-C1CBDAD1321B}"/>
          </ac:spMkLst>
        </pc:spChg>
        <pc:spChg chg="mod">
          <ac:chgData name="Dilek Goncer Demiral" userId="8ad81760-caeb-4912-905c-4b9b833484e3" providerId="ADAL" clId="{002485A7-B024-4198-B90F-571898CA27BB}" dt="2026-03-02T20:12:22.286" v="3463" actId="27636"/>
          <ac:spMkLst>
            <pc:docMk/>
            <pc:sldMk cId="4074351827" sldId="266"/>
            <ac:spMk id="3" creationId="{D2C825F2-DD98-7447-1404-5588B361BFBC}"/>
          </ac:spMkLst>
        </pc:spChg>
      </pc:sldChg>
      <pc:sldChg chg="modSp new mod">
        <pc:chgData name="Dilek Goncer Demiral" userId="8ad81760-caeb-4912-905c-4b9b833484e3" providerId="ADAL" clId="{002485A7-B024-4198-B90F-571898CA27BB}" dt="2026-03-02T20:25:12.140" v="4258" actId="113"/>
        <pc:sldMkLst>
          <pc:docMk/>
          <pc:sldMk cId="431651529" sldId="267"/>
        </pc:sldMkLst>
        <pc:spChg chg="mod">
          <ac:chgData name="Dilek Goncer Demiral" userId="8ad81760-caeb-4912-905c-4b9b833484e3" providerId="ADAL" clId="{002485A7-B024-4198-B90F-571898CA27BB}" dt="2026-03-02T20:25:12.140" v="4258" actId="113"/>
          <ac:spMkLst>
            <pc:docMk/>
            <pc:sldMk cId="431651529" sldId="267"/>
            <ac:spMk id="2" creationId="{AA2E5AC7-A9B4-EC23-3E9A-AE89F7A1BB20}"/>
          </ac:spMkLst>
        </pc:spChg>
        <pc:spChg chg="mod">
          <ac:chgData name="Dilek Goncer Demiral" userId="8ad81760-caeb-4912-905c-4b9b833484e3" providerId="ADAL" clId="{002485A7-B024-4198-B90F-571898CA27BB}" dt="2026-03-02T20:20:06.538" v="3862" actId="20577"/>
          <ac:spMkLst>
            <pc:docMk/>
            <pc:sldMk cId="431651529" sldId="267"/>
            <ac:spMk id="3" creationId="{A4E8D0A3-63DD-CBBA-0AE9-CABAF0063BE7}"/>
          </ac:spMkLst>
        </pc:spChg>
      </pc:sldChg>
      <pc:sldChg chg="modSp new mod">
        <pc:chgData name="Dilek Goncer Demiral" userId="8ad81760-caeb-4912-905c-4b9b833484e3" providerId="ADAL" clId="{002485A7-B024-4198-B90F-571898CA27BB}" dt="2026-03-02T20:22:54.602" v="4040" actId="20577"/>
        <pc:sldMkLst>
          <pc:docMk/>
          <pc:sldMk cId="2140638823" sldId="268"/>
        </pc:sldMkLst>
        <pc:spChg chg="mod">
          <ac:chgData name="Dilek Goncer Demiral" userId="8ad81760-caeb-4912-905c-4b9b833484e3" providerId="ADAL" clId="{002485A7-B024-4198-B90F-571898CA27BB}" dt="2026-03-02T20:22:13.262" v="3878" actId="113"/>
          <ac:spMkLst>
            <pc:docMk/>
            <pc:sldMk cId="2140638823" sldId="268"/>
            <ac:spMk id="2" creationId="{D953F3A9-81F7-A3D7-73B2-5DAF5171F270}"/>
          </ac:spMkLst>
        </pc:spChg>
        <pc:spChg chg="mod">
          <ac:chgData name="Dilek Goncer Demiral" userId="8ad81760-caeb-4912-905c-4b9b833484e3" providerId="ADAL" clId="{002485A7-B024-4198-B90F-571898CA27BB}" dt="2026-03-02T20:22:54.602" v="4040" actId="20577"/>
          <ac:spMkLst>
            <pc:docMk/>
            <pc:sldMk cId="2140638823" sldId="268"/>
            <ac:spMk id="3" creationId="{8F3274F4-0E78-BBFF-0088-50A7D0CA7A1C}"/>
          </ac:spMkLst>
        </pc:spChg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2661843490" sldId="268"/>
        </pc:sldMkLst>
      </pc:sldChg>
      <pc:sldChg chg="modSp new mod">
        <pc:chgData name="Dilek Goncer Demiral" userId="8ad81760-caeb-4912-905c-4b9b833484e3" providerId="ADAL" clId="{002485A7-B024-4198-B90F-571898CA27BB}" dt="2026-03-02T20:26:44.617" v="4264" actId="20577"/>
        <pc:sldMkLst>
          <pc:docMk/>
          <pc:sldMk cId="2905181342" sldId="269"/>
        </pc:sldMkLst>
        <pc:spChg chg="mod">
          <ac:chgData name="Dilek Goncer Demiral" userId="8ad81760-caeb-4912-905c-4b9b833484e3" providerId="ADAL" clId="{002485A7-B024-4198-B90F-571898CA27BB}" dt="2026-03-02T20:25:07.008" v="4257" actId="113"/>
          <ac:spMkLst>
            <pc:docMk/>
            <pc:sldMk cId="2905181342" sldId="269"/>
            <ac:spMk id="2" creationId="{FC5D58E1-3E25-982B-4E56-D638DDDF443B}"/>
          </ac:spMkLst>
        </pc:spChg>
        <pc:spChg chg="mod">
          <ac:chgData name="Dilek Goncer Demiral" userId="8ad81760-caeb-4912-905c-4b9b833484e3" providerId="ADAL" clId="{002485A7-B024-4198-B90F-571898CA27BB}" dt="2026-03-02T20:26:44.617" v="4264" actId="20577"/>
          <ac:spMkLst>
            <pc:docMk/>
            <pc:sldMk cId="2905181342" sldId="269"/>
            <ac:spMk id="3" creationId="{86E7AD6B-ACEA-66F8-BAA2-E22AFB8DBD9D}"/>
          </ac:spMkLst>
        </pc:spChg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4238410144" sldId="269"/>
        </pc:sldMkLst>
      </pc:sldChg>
      <pc:sldChg chg="modSp new">
        <pc:chgData name="Dilek Goncer Demiral" userId="8ad81760-caeb-4912-905c-4b9b833484e3" providerId="ADAL" clId="{002485A7-B024-4198-B90F-571898CA27BB}" dt="2026-03-03T20:10:04.713" v="4269"/>
        <pc:sldMkLst>
          <pc:docMk/>
          <pc:sldMk cId="3294691924" sldId="270"/>
        </pc:sldMkLst>
        <pc:spChg chg="mod">
          <ac:chgData name="Dilek Goncer Demiral" userId="8ad81760-caeb-4912-905c-4b9b833484e3" providerId="ADAL" clId="{002485A7-B024-4198-B90F-571898CA27BB}" dt="2026-03-03T20:09:54.516" v="4266"/>
          <ac:spMkLst>
            <pc:docMk/>
            <pc:sldMk cId="3294691924" sldId="270"/>
            <ac:spMk id="2" creationId="{D9A4AFA4-7253-C7FC-5EF4-B32C052A78DB}"/>
          </ac:spMkLst>
        </pc:spChg>
        <pc:spChg chg="mod">
          <ac:chgData name="Dilek Goncer Demiral" userId="8ad81760-caeb-4912-905c-4b9b833484e3" providerId="ADAL" clId="{002485A7-B024-4198-B90F-571898CA27BB}" dt="2026-03-03T20:10:04.713" v="4269"/>
          <ac:spMkLst>
            <pc:docMk/>
            <pc:sldMk cId="3294691924" sldId="270"/>
            <ac:spMk id="3" creationId="{AA35F97E-A2AA-9F5F-4EC6-BA3D09A076D9}"/>
          </ac:spMkLst>
        </pc:spChg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2406195927" sldId="276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403730652" sldId="277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623044700" sldId="314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3848828605" sldId="316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3735241517" sldId="317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3566839365" sldId="318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4099122544" sldId="333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431196242" sldId="335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3483073009" sldId="338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1087447800" sldId="339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2316225248" sldId="340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333767706" sldId="344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811543361" sldId="360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567887698" sldId="361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659693901" sldId="363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2363330241" sldId="364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1003850538" sldId="365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3122776900" sldId="366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1558176420" sldId="368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1232426134" sldId="372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319720799" sldId="411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499047718" sldId="412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2443355381" sldId="413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2422543281" sldId="414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3323394887" sldId="415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3075087459" sldId="416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845658545" sldId="417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446175204" sldId="418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3986075841" sldId="422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2343863016" sldId="424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2485405113" sldId="426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2904217919" sldId="427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1690376562" sldId="428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2075809562" sldId="429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2044677010" sldId="430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1214729886" sldId="431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3390542998" sldId="432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4102381286" sldId="433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3208245295" sldId="434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288882019" sldId="435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3155658293" sldId="436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903145210" sldId="438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4063686095" sldId="439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3534933550" sldId="440"/>
        </pc:sldMkLst>
      </pc:sldChg>
      <pc:sldChg chg="del">
        <pc:chgData name="Dilek Goncer Demiral" userId="8ad81760-caeb-4912-905c-4b9b833484e3" providerId="ADAL" clId="{002485A7-B024-4198-B90F-571898CA27BB}" dt="2026-03-02T18:16:57.265" v="2" actId="47"/>
        <pc:sldMkLst>
          <pc:docMk/>
          <pc:sldMk cId="3558990733" sldId="44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BEF1FE-C28C-401C-8773-2D599F1FF90B}" type="datetimeFigureOut">
              <a:rPr lang="tr-TR" smtClean="0"/>
              <a:t>3.03.2026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BDE8E-AF37-4E3E-BEBB-B56BE48859F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48660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9E104-D346-4085-AFA4-9B5E8206BDB0}" type="datetimeFigureOut">
              <a:rPr lang="tr-TR" smtClean="0"/>
              <a:t>3.03.2026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F532-2BFE-4140-AB5C-FDDEF08421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1606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9E104-D346-4085-AFA4-9B5E8206BDB0}" type="datetimeFigureOut">
              <a:rPr lang="tr-TR" smtClean="0"/>
              <a:t>3.03.2026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F532-2BFE-4140-AB5C-FDDEF08421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9554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9E104-D346-4085-AFA4-9B5E8206BDB0}" type="datetimeFigureOut">
              <a:rPr lang="tr-TR" smtClean="0"/>
              <a:t>3.03.2026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F532-2BFE-4140-AB5C-FDDEF08421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4707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9E104-D346-4085-AFA4-9B5E8206BDB0}" type="datetimeFigureOut">
              <a:rPr lang="tr-TR" smtClean="0"/>
              <a:t>3.03.2026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F532-2BFE-4140-AB5C-FDDEF08421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219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9E104-D346-4085-AFA4-9B5E8206BDB0}" type="datetimeFigureOut">
              <a:rPr lang="tr-TR" smtClean="0"/>
              <a:t>3.03.2026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F532-2BFE-4140-AB5C-FDDEF08421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00039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9E104-D346-4085-AFA4-9B5E8206BDB0}" type="datetimeFigureOut">
              <a:rPr lang="tr-TR" smtClean="0"/>
              <a:t>3.03.2026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F532-2BFE-4140-AB5C-FDDEF08421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04216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9E104-D346-4085-AFA4-9B5E8206BDB0}" type="datetimeFigureOut">
              <a:rPr lang="tr-TR" smtClean="0"/>
              <a:t>3.03.2026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F532-2BFE-4140-AB5C-FDDEF08421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1003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9E104-D346-4085-AFA4-9B5E8206BDB0}" type="datetimeFigureOut">
              <a:rPr lang="tr-TR" smtClean="0"/>
              <a:t>3.03.2026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F532-2BFE-4140-AB5C-FDDEF08421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419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simgeyi tıklatın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9E104-D346-4085-AFA4-9B5E8206BDB0}" type="datetimeFigureOut">
              <a:rPr lang="tr-TR" smtClean="0"/>
              <a:t>3.03.2026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F532-2BFE-4140-AB5C-FDDEF08421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29937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9E104-D346-4085-AFA4-9B5E8206BDB0}" type="datetimeFigureOut">
              <a:rPr lang="tr-TR" smtClean="0"/>
              <a:t>3.03.2026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F532-2BFE-4140-AB5C-FDDEF08421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89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9E104-D346-4085-AFA4-9B5E8206BDB0}" type="datetimeFigureOut">
              <a:rPr lang="tr-TR" smtClean="0"/>
              <a:t>3.03.2026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F532-2BFE-4140-AB5C-FDDEF08421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8508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9E104-D346-4085-AFA4-9B5E8206BDB0}" type="datetimeFigureOut">
              <a:rPr lang="tr-TR" smtClean="0"/>
              <a:t>3.03.2026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8F532-2BFE-4140-AB5C-FDDEF08421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0404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4344E-5F45-D2A8-F675-B19C8BC646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VERİ BİLİMİNE GİRİŞ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/>
          </a:p>
          <a:p>
            <a:pPr marL="0" indent="0">
              <a:buNone/>
            </a:pPr>
            <a:r>
              <a:rPr lang="tr-TR" dirty="0"/>
              <a:t>Dr. Öğr. Üyesi Dilek GÖNÇER DEMİRAL</a:t>
            </a:r>
          </a:p>
          <a:p>
            <a:pPr marL="0" indent="0" algn="ctr">
              <a:buNone/>
            </a:pPr>
            <a:endParaRPr lang="tr-TR" sz="6000" dirty="0"/>
          </a:p>
        </p:txBody>
      </p:sp>
    </p:spTree>
    <p:extLst>
      <p:ext uri="{BB962C8B-B14F-4D97-AF65-F5344CB8AC3E}">
        <p14:creationId xmlns:p14="http://schemas.microsoft.com/office/powerpoint/2010/main" val="4201786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330D43-F733-F442-85A5-63C5B9B19F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9. HAFTA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95F155-11DA-8EA4-83CE-927515A075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2592068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ED5AF-AB31-A6D1-1DF2-2E95AC19D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solidFill>
                  <a:srgbClr val="FF0000"/>
                </a:solidFill>
              </a:rPr>
              <a:t>VERİ BİLİMİ ARAÇLARI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0D447-90BC-A24D-9E15-EC2BA217F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tr-TR" dirty="0"/>
              <a:t>1- Python</a:t>
            </a:r>
          </a:p>
          <a:p>
            <a:r>
              <a:rPr lang="tr-TR" dirty="0"/>
              <a:t>2- R Programlama</a:t>
            </a:r>
          </a:p>
          <a:p>
            <a:pPr lvl="1"/>
            <a:r>
              <a:rPr lang="tr-TR" dirty="0"/>
              <a:t>İstatistiksel kökenli olanlar için ideal.</a:t>
            </a:r>
          </a:p>
          <a:p>
            <a:r>
              <a:rPr lang="tr-TR" dirty="0"/>
              <a:t>3- Matlab ve </a:t>
            </a:r>
            <a:r>
              <a:rPr lang="tr-TR" dirty="0" err="1"/>
              <a:t>Octave</a:t>
            </a:r>
            <a:endParaRPr lang="tr-TR" dirty="0"/>
          </a:p>
          <a:p>
            <a:pPr lvl="1"/>
            <a:r>
              <a:rPr lang="tr-TR" dirty="0"/>
              <a:t>Daha fazla akademik alanda kullanılıyor. Sektörel olarak fazla olmasa da</a:t>
            </a:r>
          </a:p>
          <a:p>
            <a:r>
              <a:rPr lang="tr-TR" dirty="0"/>
              <a:t>4- SAS (Statistical Analysis </a:t>
            </a:r>
            <a:r>
              <a:rPr lang="tr-TR" dirty="0" err="1"/>
              <a:t>System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Şirketlerde kullanılan ücretli program. Büyük şirketler kullanılır. Oldukça pahalı bir sistem. </a:t>
            </a:r>
          </a:p>
          <a:p>
            <a:r>
              <a:rPr lang="tr-TR" dirty="0"/>
              <a:t>5- Julia</a:t>
            </a:r>
          </a:p>
          <a:p>
            <a:pPr lvl="1"/>
            <a:r>
              <a:rPr lang="tr-TR" dirty="0"/>
              <a:t>Sayısal hesaplama, veri bilimi ve yüksek performanslı hesaplama için modern bir hesaplamadır. Yeni bir programdır. </a:t>
            </a:r>
          </a:p>
          <a:p>
            <a:r>
              <a:rPr lang="tr-TR" dirty="0"/>
              <a:t>6- </a:t>
            </a:r>
            <a:r>
              <a:rPr lang="tr-TR" dirty="0" err="1"/>
              <a:t>RapidMiner</a:t>
            </a:r>
            <a:r>
              <a:rPr lang="tr-TR" dirty="0"/>
              <a:t> </a:t>
            </a:r>
          </a:p>
          <a:p>
            <a:pPr lvl="1"/>
            <a:r>
              <a:rPr lang="tr-TR" dirty="0"/>
              <a:t>Çeşitli şirketler tarafından kullanılan programlar. Veri hazırlama, modelleme ve değerlendirmede kullanılabilir. </a:t>
            </a:r>
          </a:p>
          <a:p>
            <a:r>
              <a:rPr lang="tr-TR" dirty="0"/>
              <a:t>7- </a:t>
            </a:r>
            <a:r>
              <a:rPr lang="tr-TR" dirty="0" err="1"/>
              <a:t>Knime</a:t>
            </a:r>
            <a:endParaRPr lang="tr-TR" dirty="0"/>
          </a:p>
          <a:p>
            <a:pPr lvl="1"/>
            <a:r>
              <a:rPr lang="tr-TR" dirty="0"/>
              <a:t>Açık kaynak kodlu. Çeşitli dillerle entegre oluşabilir. </a:t>
            </a:r>
          </a:p>
        </p:txBody>
      </p:sp>
    </p:spTree>
    <p:extLst>
      <p:ext uri="{BB962C8B-B14F-4D97-AF65-F5344CB8AC3E}">
        <p14:creationId xmlns:p14="http://schemas.microsoft.com/office/powerpoint/2010/main" val="2628394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CB0E8-94C2-E133-8892-6786518D3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solidFill>
                  <a:srgbClr val="FF0000"/>
                </a:solidFill>
              </a:rPr>
              <a:t>PYTHON İLE VERİ BİLİMİ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2246B-8863-459F-FBF7-E0A3EB788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En popüler ve yaygın olarak kullanılan programlama dilidir.</a:t>
            </a:r>
          </a:p>
          <a:p>
            <a:r>
              <a:rPr lang="tr-TR" dirty="0"/>
              <a:t>Hem başlangıç seviyesindekiler için hem de ileri seviyedekiler için uygun.</a:t>
            </a:r>
          </a:p>
          <a:p>
            <a:pPr lvl="1"/>
            <a:endParaRPr lang="tr-TR" dirty="0"/>
          </a:p>
          <a:p>
            <a:pPr lvl="1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75127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89DFB-02A1-9D94-6457-04BEB6370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solidFill>
                  <a:srgbClr val="FF0000"/>
                </a:solidFill>
              </a:rPr>
              <a:t>POPÜLER OLMASININ SEBEPLERİ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7C805-788E-6258-58BD-87C4E525B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Kolay öğrenebilir ve kullanıcı dostudur. </a:t>
            </a:r>
          </a:p>
          <a:p>
            <a:r>
              <a:rPr lang="tr-TR" dirty="0"/>
              <a:t>Zengin ve güçlü kütüphaneleri var</a:t>
            </a:r>
          </a:p>
          <a:p>
            <a:pPr lvl="1"/>
            <a:r>
              <a:rPr lang="tr-TR" dirty="0"/>
              <a:t>Veri işleme, görselleştirme, makine öğrenimi ve derin öğrenme için birçok kütüphaneye sahiptir. </a:t>
            </a:r>
          </a:p>
          <a:p>
            <a:r>
              <a:rPr lang="tr-TR" dirty="0"/>
              <a:t>Geniş topluluk Desteği</a:t>
            </a:r>
          </a:p>
          <a:p>
            <a:pPr lvl="1"/>
            <a:r>
              <a:rPr lang="tr-TR" dirty="0"/>
              <a:t>Çevrimiçi kaynaklar, eğitimler ve dokümantasyonları oldukça fazla.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95544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B4189-07B2-E13C-E07F-46504CECD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solidFill>
                  <a:srgbClr val="FF0000"/>
                </a:solidFill>
              </a:rPr>
              <a:t>PYTHON GELİŞTİRME ORTAMI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284F1-35CE-F0B8-1227-3C33C40BE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tr-TR" b="1" dirty="0" err="1"/>
              <a:t>Anaconda</a:t>
            </a:r>
            <a:r>
              <a:rPr lang="tr-TR" b="1" dirty="0"/>
              <a:t>: </a:t>
            </a:r>
            <a:r>
              <a:rPr lang="tr-TR" dirty="0"/>
              <a:t>Paket yönetimi ve ortam yönetimi için mükemmel bir araçtır.</a:t>
            </a:r>
          </a:p>
          <a:p>
            <a:pPr algn="just"/>
            <a:r>
              <a:rPr lang="tr-TR" b="1" dirty="0" err="1"/>
              <a:t>Jupyter</a:t>
            </a:r>
            <a:r>
              <a:rPr lang="tr-TR" b="1" dirty="0"/>
              <a:t> Notebook: </a:t>
            </a:r>
            <a:r>
              <a:rPr lang="tr-TR" dirty="0"/>
              <a:t>Veri bilimi ve makine öğrenimi için yaygın olarak kullanılan etkileşimli kod yazma ortamıdır. </a:t>
            </a:r>
          </a:p>
          <a:p>
            <a:pPr algn="just"/>
            <a:r>
              <a:rPr lang="tr-TR" dirty="0" err="1"/>
              <a:t>Jupyter</a:t>
            </a:r>
            <a:r>
              <a:rPr lang="tr-TR" dirty="0"/>
              <a:t> adı aracın kullandığı yazılım dilleri Julia(</a:t>
            </a:r>
            <a:r>
              <a:rPr lang="tr-TR" dirty="0" err="1"/>
              <a:t>Ju</a:t>
            </a:r>
            <a:r>
              <a:rPr lang="tr-TR" dirty="0"/>
              <a:t>), Python(</a:t>
            </a:r>
            <a:r>
              <a:rPr lang="tr-TR" dirty="0" err="1"/>
              <a:t>Py</a:t>
            </a:r>
            <a:r>
              <a:rPr lang="tr-TR" dirty="0"/>
              <a:t>) ve R ‘den gelmektedir. </a:t>
            </a:r>
          </a:p>
          <a:p>
            <a:pPr algn="just"/>
            <a:r>
              <a:rPr lang="tr-TR" dirty="0"/>
              <a:t>Aynı zamanda </a:t>
            </a:r>
            <a:r>
              <a:rPr lang="tr-TR" dirty="0" err="1"/>
              <a:t>Markdown</a:t>
            </a:r>
            <a:r>
              <a:rPr lang="tr-TR" dirty="0"/>
              <a:t> hücreleri ile notlar, görseller ve görselleştirmeler eklenebilir.</a:t>
            </a:r>
          </a:p>
          <a:p>
            <a:pPr algn="just"/>
            <a:r>
              <a:rPr lang="tr-TR" dirty="0" err="1"/>
              <a:t>Jupyter</a:t>
            </a:r>
            <a:r>
              <a:rPr lang="tr-TR" dirty="0"/>
              <a:t> Notebook’u yüklemenin en kolay yolu </a:t>
            </a:r>
            <a:r>
              <a:rPr lang="tr-TR" dirty="0" err="1"/>
              <a:t>Anaconda</a:t>
            </a:r>
            <a:r>
              <a:rPr lang="tr-TR" dirty="0"/>
              <a:t> </a:t>
            </a:r>
            <a:r>
              <a:rPr lang="tr-TR"/>
              <a:t>uygulamasını kurmaktır. 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61711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AFA4-7253-C7FC-5EF4-B32C052A7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solidFill>
                  <a:srgbClr val="FF0000"/>
                </a:solidFill>
              </a:rPr>
              <a:t>PYTHON GELİŞTİRME ORTAMI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5F97E-A2AA-9F5F-4EC6-BA3D09A07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tr-TR" b="1" dirty="0" err="1"/>
              <a:t>PyCharm</a:t>
            </a:r>
            <a:r>
              <a:rPr lang="tr-TR" b="1" dirty="0"/>
              <a:t>: </a:t>
            </a:r>
            <a:r>
              <a:rPr lang="tr-TR" dirty="0"/>
              <a:t>Python için özelleştirilmiş güçlü bir entegre geliştirme ortamıdır (IDE). </a:t>
            </a:r>
          </a:p>
          <a:p>
            <a:pPr algn="just"/>
            <a:r>
              <a:rPr lang="tr-TR" b="1" dirty="0"/>
              <a:t>Google </a:t>
            </a:r>
            <a:r>
              <a:rPr lang="tr-TR" b="1" dirty="0" err="1"/>
              <a:t>Colab</a:t>
            </a:r>
            <a:r>
              <a:rPr lang="tr-TR" b="1" dirty="0"/>
              <a:t>: </a:t>
            </a:r>
            <a:r>
              <a:rPr lang="tr-TR" dirty="0"/>
              <a:t>Bulut tabanlı bir </a:t>
            </a:r>
            <a:r>
              <a:rPr lang="tr-TR" dirty="0" err="1"/>
              <a:t>Julyter</a:t>
            </a:r>
            <a:r>
              <a:rPr lang="tr-TR" dirty="0"/>
              <a:t> Notebook ortamıdır. Google </a:t>
            </a:r>
            <a:r>
              <a:rPr lang="tr-TR" dirty="0" err="1"/>
              <a:t>Drive’a</a:t>
            </a:r>
            <a:r>
              <a:rPr lang="tr-TR" dirty="0"/>
              <a:t> entegre edilir ve kullanıcılara GPU ve TPU erişimi sunar.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94691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99EF7-B46D-2334-437A-D614F89A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solidFill>
                  <a:srgbClr val="FF0000"/>
                </a:solidFill>
              </a:rPr>
              <a:t>PYHTON KODLARI SAKLAMA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4CD71-29F8-D695-E0CC-C0F917E6D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Git: </a:t>
            </a:r>
            <a:r>
              <a:rPr lang="tr-TR" dirty="0"/>
              <a:t>Bir sürüm kontrol sistemidir. Yazılım geliştirme projelerinde kodların ve dosyaların geçmiş versiyonlarını takip etmek, yönetmek ve ekiplerin işbirliğini yapmasını kolaylaştırmak için kullanılır. Veri bilimi projelerini yükleyebilirsiniz. </a:t>
            </a:r>
          </a:p>
          <a:p>
            <a:pPr lvl="1"/>
            <a:r>
              <a:rPr lang="tr-TR" dirty="0" err="1"/>
              <a:t>Github,Bitbucket</a:t>
            </a:r>
            <a:r>
              <a:rPr lang="tr-TR" dirty="0"/>
              <a:t>, </a:t>
            </a:r>
            <a:r>
              <a:rPr lang="tr-TR" dirty="0" err="1"/>
              <a:t>GitLab</a:t>
            </a:r>
            <a:r>
              <a:rPr lang="tr-TR" dirty="0"/>
              <a:t>, Azure Repo</a:t>
            </a:r>
          </a:p>
          <a:p>
            <a:r>
              <a:rPr lang="tr-TR" b="1" dirty="0" err="1"/>
              <a:t>Upsonic</a:t>
            </a:r>
            <a:r>
              <a:rPr lang="tr-TR" b="1" dirty="0"/>
              <a:t>: </a:t>
            </a:r>
            <a:r>
              <a:rPr lang="tr-TR" dirty="0"/>
              <a:t>Ortak fonksiyonları tek bir kütüphanede toplanmalarına ve bu sayede tekrar aynı kodu yazmaktan </a:t>
            </a:r>
            <a:r>
              <a:rPr lang="tr-TR" dirty="0" err="1"/>
              <a:t>kurturulmuş</a:t>
            </a:r>
            <a:r>
              <a:rPr lang="tr-TR" dirty="0"/>
              <a:t> olunur. </a:t>
            </a:r>
          </a:p>
        </p:txBody>
      </p:sp>
    </p:spTree>
    <p:extLst>
      <p:ext uri="{BB962C8B-B14F-4D97-AF65-F5344CB8AC3E}">
        <p14:creationId xmlns:p14="http://schemas.microsoft.com/office/powerpoint/2010/main" val="3553747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6FEB-2BAF-D16B-0325-5E1699E51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solidFill>
                  <a:srgbClr val="FF0000"/>
                </a:solidFill>
              </a:rPr>
              <a:t>PYTHON KÜTÜPHANELERİ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9BDD9-CBBD-6682-D93A-B0EBA64BA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Veri Toplama</a:t>
            </a:r>
          </a:p>
          <a:p>
            <a:pPr lvl="1"/>
            <a:r>
              <a:rPr lang="tr-TR" dirty="0" err="1"/>
              <a:t>Requests</a:t>
            </a:r>
            <a:r>
              <a:rPr lang="tr-TR" dirty="0"/>
              <a:t>: Web Servisten veri çekebiliriz.</a:t>
            </a:r>
          </a:p>
          <a:p>
            <a:pPr lvl="1"/>
            <a:r>
              <a:rPr lang="tr-TR" dirty="0" err="1"/>
              <a:t>BeatifulSoup</a:t>
            </a:r>
            <a:r>
              <a:rPr lang="tr-TR" dirty="0"/>
              <a:t>: Bir web tarayıcısından </a:t>
            </a:r>
          </a:p>
          <a:p>
            <a:pPr lvl="1"/>
            <a:r>
              <a:rPr lang="tr-TR" dirty="0" err="1"/>
              <a:t>Scrapy</a:t>
            </a:r>
            <a:r>
              <a:rPr lang="tr-TR" dirty="0"/>
              <a:t>: </a:t>
            </a:r>
          </a:p>
          <a:p>
            <a:pPr lvl="1"/>
            <a:r>
              <a:rPr lang="tr-TR" dirty="0" err="1"/>
              <a:t>SQLAlchemy</a:t>
            </a:r>
            <a:endParaRPr lang="tr-TR" dirty="0"/>
          </a:p>
          <a:p>
            <a:pPr lvl="1"/>
            <a:r>
              <a:rPr lang="tr-TR" dirty="0"/>
              <a:t>Psycopg2</a:t>
            </a:r>
          </a:p>
          <a:p>
            <a:pPr lvl="1"/>
            <a:r>
              <a:rPr lang="tr-TR" dirty="0" err="1"/>
              <a:t>PyMongo</a:t>
            </a:r>
            <a:endParaRPr lang="tr-TR" dirty="0"/>
          </a:p>
          <a:p>
            <a:pPr lvl="1"/>
            <a:r>
              <a:rPr lang="tr-TR" dirty="0" err="1"/>
              <a:t>Cx_Oracle</a:t>
            </a:r>
            <a:endParaRPr lang="tr-TR" dirty="0"/>
          </a:p>
          <a:p>
            <a:r>
              <a:rPr lang="tr-TR" dirty="0"/>
              <a:t>Veri Ön İşleme</a:t>
            </a:r>
          </a:p>
          <a:p>
            <a:pPr lvl="1"/>
            <a:r>
              <a:rPr lang="tr-TR" dirty="0" err="1"/>
              <a:t>Pandas</a:t>
            </a:r>
            <a:r>
              <a:rPr lang="tr-TR" dirty="0"/>
              <a:t>, </a:t>
            </a:r>
            <a:r>
              <a:rPr lang="tr-TR" dirty="0" err="1"/>
              <a:t>Numpy</a:t>
            </a:r>
            <a:r>
              <a:rPr lang="tr-TR" dirty="0"/>
              <a:t>, </a:t>
            </a:r>
            <a:r>
              <a:rPr lang="tr-TR" dirty="0" err="1"/>
              <a:t>SciPy</a:t>
            </a:r>
            <a:r>
              <a:rPr lang="tr-TR" dirty="0"/>
              <a:t>, </a:t>
            </a:r>
            <a:r>
              <a:rPr lang="tr-TR" dirty="0" err="1"/>
              <a:t>Scikit-learn</a:t>
            </a:r>
            <a:r>
              <a:rPr lang="tr-TR" dirty="0"/>
              <a:t>, Dask</a:t>
            </a:r>
          </a:p>
          <a:p>
            <a:pPr lvl="1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57711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E0AA9-6293-9374-3400-C59CA1805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solidFill>
                  <a:srgbClr val="FF0000"/>
                </a:solidFill>
              </a:rPr>
              <a:t>PYTHON KÜTÜPHANELERİ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C127A-5570-4428-9C6A-12C75C8D7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Veri Görselleştirme</a:t>
            </a:r>
          </a:p>
          <a:p>
            <a:pPr lvl="1"/>
            <a:r>
              <a:rPr lang="tr-TR" dirty="0" err="1"/>
              <a:t>Matplotlib</a:t>
            </a:r>
            <a:r>
              <a:rPr lang="tr-TR" dirty="0"/>
              <a:t>,</a:t>
            </a:r>
            <a:r>
              <a:rPr lang="tr-TR" b="1" dirty="0">
                <a:solidFill>
                  <a:srgbClr val="FF0000"/>
                </a:solidFill>
              </a:rPr>
              <a:t> </a:t>
            </a:r>
            <a:r>
              <a:rPr lang="tr-TR" b="1" dirty="0" err="1">
                <a:solidFill>
                  <a:srgbClr val="FF0000"/>
                </a:solidFill>
              </a:rPr>
              <a:t>Seaborn</a:t>
            </a:r>
            <a:r>
              <a:rPr lang="tr-TR" dirty="0"/>
              <a:t>, </a:t>
            </a:r>
            <a:r>
              <a:rPr lang="tr-TR" dirty="0" err="1"/>
              <a:t>Plotly</a:t>
            </a:r>
            <a:r>
              <a:rPr lang="tr-TR" dirty="0"/>
              <a:t>, </a:t>
            </a:r>
            <a:r>
              <a:rPr lang="tr-TR" dirty="0" err="1"/>
              <a:t>Bokeh</a:t>
            </a:r>
            <a:r>
              <a:rPr lang="tr-TR" dirty="0"/>
              <a:t>, Altair, Pyplot3D</a:t>
            </a:r>
          </a:p>
          <a:p>
            <a:r>
              <a:rPr lang="tr-TR" dirty="0"/>
              <a:t>Makine Öğrenmesi ve Derin Öğrenme</a:t>
            </a:r>
          </a:p>
          <a:p>
            <a:pPr lvl="1"/>
            <a:r>
              <a:rPr lang="tr-TR" dirty="0" err="1"/>
              <a:t>Scikit-learn</a:t>
            </a:r>
            <a:r>
              <a:rPr lang="tr-TR" dirty="0"/>
              <a:t>, </a:t>
            </a:r>
            <a:r>
              <a:rPr lang="tr-TR" dirty="0" err="1"/>
              <a:t>TensorFlow</a:t>
            </a:r>
            <a:r>
              <a:rPr lang="tr-TR" dirty="0"/>
              <a:t>, </a:t>
            </a:r>
            <a:r>
              <a:rPr lang="tr-TR" dirty="0" err="1"/>
              <a:t>Keras</a:t>
            </a:r>
            <a:r>
              <a:rPr lang="tr-TR" dirty="0"/>
              <a:t>, </a:t>
            </a:r>
            <a:r>
              <a:rPr lang="tr-TR" dirty="0" err="1"/>
              <a:t>PyTorch</a:t>
            </a:r>
            <a:r>
              <a:rPr lang="tr-TR" dirty="0"/>
              <a:t>, H2O</a:t>
            </a:r>
          </a:p>
          <a:p>
            <a:r>
              <a:rPr lang="tr-TR" dirty="0"/>
              <a:t>Gerçek Zamanlı Veri Analizi</a:t>
            </a:r>
          </a:p>
          <a:p>
            <a:pPr lvl="1"/>
            <a:r>
              <a:rPr lang="tr-TR" dirty="0"/>
              <a:t>Anlık sorgular için, </a:t>
            </a:r>
            <a:r>
              <a:rPr lang="tr-TR" dirty="0" err="1"/>
              <a:t>PySpark</a:t>
            </a:r>
            <a:r>
              <a:rPr lang="tr-TR" dirty="0"/>
              <a:t> </a:t>
            </a:r>
            <a:r>
              <a:rPr lang="tr-TR" dirty="0" err="1"/>
              <a:t>Streaming</a:t>
            </a:r>
            <a:r>
              <a:rPr lang="tr-TR" dirty="0"/>
              <a:t>, </a:t>
            </a:r>
            <a:r>
              <a:rPr lang="tr-TR" dirty="0" err="1"/>
              <a:t>Flink</a:t>
            </a:r>
            <a:endParaRPr lang="tr-TR" dirty="0"/>
          </a:p>
          <a:p>
            <a:r>
              <a:rPr lang="tr-TR" dirty="0"/>
              <a:t>Büyük Veri</a:t>
            </a:r>
          </a:p>
          <a:p>
            <a:pPr lvl="1"/>
            <a:r>
              <a:rPr lang="tr-TR" dirty="0" err="1"/>
              <a:t>PySpark</a:t>
            </a:r>
            <a:r>
              <a:rPr lang="tr-TR" dirty="0"/>
              <a:t>, Dask, </a:t>
            </a:r>
            <a:r>
              <a:rPr lang="tr-TR" dirty="0" err="1"/>
              <a:t>Vaex</a:t>
            </a:r>
            <a:r>
              <a:rPr lang="tr-TR" dirty="0"/>
              <a:t>, </a:t>
            </a:r>
            <a:r>
              <a:rPr lang="tr-TR" dirty="0" err="1"/>
              <a:t>Modin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63406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50116-1C9C-3E1F-B702-C1CBDAD13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solidFill>
                  <a:srgbClr val="FF0000"/>
                </a:solidFill>
              </a:rPr>
              <a:t>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825F2-DD98-7447-1404-5588B361B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639"/>
            <a:ext cx="10972800" cy="4708526"/>
          </a:xfrm>
        </p:spPr>
        <p:txBody>
          <a:bodyPr>
            <a:normAutofit/>
          </a:bodyPr>
          <a:lstStyle/>
          <a:p>
            <a:r>
              <a:rPr lang="tr-TR" dirty="0"/>
              <a:t>Bilimsel hesaplamalar için kullanılan bir kütüphanedir.</a:t>
            </a:r>
          </a:p>
          <a:p>
            <a:r>
              <a:rPr lang="tr-TR" dirty="0"/>
              <a:t>Özellikle çok boyutlu diziler(</a:t>
            </a:r>
            <a:r>
              <a:rPr lang="tr-TR" dirty="0" err="1"/>
              <a:t>array</a:t>
            </a:r>
            <a:r>
              <a:rPr lang="tr-TR" dirty="0"/>
              <a:t>) üzerinde verimli işlemler gerçekleştirmek için tasarlanmıştır.</a:t>
            </a:r>
          </a:p>
          <a:p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numpy</a:t>
            </a:r>
            <a:r>
              <a:rPr lang="tr-TR" dirty="0"/>
              <a:t> as </a:t>
            </a:r>
            <a:r>
              <a:rPr lang="tr-TR" dirty="0" err="1"/>
              <a:t>np</a:t>
            </a:r>
            <a:endParaRPr lang="tr-TR" dirty="0"/>
          </a:p>
          <a:p>
            <a:r>
              <a:rPr lang="tr-TR" dirty="0" err="1"/>
              <a:t>arr</a:t>
            </a:r>
            <a:r>
              <a:rPr lang="tr-TR" dirty="0"/>
              <a:t>=</a:t>
            </a:r>
            <a:r>
              <a:rPr lang="tr-TR" dirty="0" err="1"/>
              <a:t>np.array</a:t>
            </a:r>
            <a:r>
              <a:rPr lang="tr-TR" dirty="0"/>
              <a:t>([1,2,3,4])</a:t>
            </a:r>
          </a:p>
          <a:p>
            <a:r>
              <a:rPr lang="tr-TR" dirty="0" err="1"/>
              <a:t>arr.mean</a:t>
            </a:r>
            <a:r>
              <a:rPr lang="tr-TR" dirty="0"/>
              <a:t>()</a:t>
            </a:r>
          </a:p>
          <a:p>
            <a:r>
              <a:rPr lang="tr-TR" dirty="0" err="1"/>
              <a:t>arr.sum</a:t>
            </a:r>
            <a:r>
              <a:rPr lang="tr-TR" dirty="0"/>
              <a:t>()</a:t>
            </a:r>
          </a:p>
          <a:p>
            <a:r>
              <a:rPr lang="tr-TR" dirty="0" err="1"/>
              <a:t>arr.std</a:t>
            </a:r>
            <a:r>
              <a:rPr lang="tr-TR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74351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E5AC7-A9B4-EC23-3E9A-AE89F7A1B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solidFill>
                  <a:srgbClr val="FF0000"/>
                </a:solidFill>
              </a:rPr>
              <a:t>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8D0A3-63DD-CBBA-0AE9-CABAF0063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Veri manipülasyonu ve analizi için güçlüdür. </a:t>
            </a:r>
          </a:p>
          <a:p>
            <a:r>
              <a:rPr lang="tr-TR" dirty="0"/>
              <a:t>Yapısal verilerle çalışmak için uygundur. CSV, Excel gibi</a:t>
            </a:r>
          </a:p>
          <a:p>
            <a:r>
              <a:rPr lang="tr-TR" dirty="0" err="1"/>
              <a:t>DataFrame’de</a:t>
            </a:r>
            <a:r>
              <a:rPr lang="tr-TR" dirty="0"/>
              <a:t> güçlüdür. </a:t>
            </a:r>
            <a:r>
              <a:rPr lang="tr-TR" dirty="0" err="1"/>
              <a:t>Dataframe</a:t>
            </a:r>
            <a:r>
              <a:rPr lang="tr-TR" dirty="0"/>
              <a:t> satır ve sütunlardan oluşan iki boyutlu bir tabloya benzer. </a:t>
            </a:r>
          </a:p>
          <a:p>
            <a:r>
              <a:rPr lang="tr-TR" dirty="0"/>
              <a:t>Veri okuma ve yazma yapabilir (</a:t>
            </a:r>
            <a:r>
              <a:rPr lang="tr-TR" dirty="0" err="1"/>
              <a:t>CSVü</a:t>
            </a:r>
            <a:r>
              <a:rPr lang="tr-TR" dirty="0"/>
              <a:t> Excel, SQL, JSON)</a:t>
            </a:r>
          </a:p>
          <a:p>
            <a:pPr lvl="1"/>
            <a:r>
              <a:rPr lang="tr-TR" dirty="0" err="1"/>
              <a:t>df</a:t>
            </a:r>
            <a:r>
              <a:rPr lang="tr-TR" dirty="0"/>
              <a:t>=</a:t>
            </a:r>
            <a:r>
              <a:rPr lang="tr-TR" dirty="0" err="1"/>
              <a:t>pd.read_csv</a:t>
            </a:r>
            <a:r>
              <a:rPr lang="tr-TR" dirty="0"/>
              <a:t>(‘veri.csv’)</a:t>
            </a:r>
          </a:p>
          <a:p>
            <a:pPr lvl="1"/>
            <a:r>
              <a:rPr lang="tr-TR" dirty="0" err="1"/>
              <a:t>df.to_excel</a:t>
            </a:r>
            <a:r>
              <a:rPr lang="tr-TR" dirty="0"/>
              <a:t>(‘veri.xlsx’)</a:t>
            </a:r>
          </a:p>
        </p:txBody>
      </p:sp>
    </p:spTree>
    <p:extLst>
      <p:ext uri="{BB962C8B-B14F-4D97-AF65-F5344CB8AC3E}">
        <p14:creationId xmlns:p14="http://schemas.microsoft.com/office/powerpoint/2010/main" val="431651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3F3A9-81F7-A3D7-73B2-5DAF5171F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solidFill>
                  <a:srgbClr val="FF0000"/>
                </a:solidFill>
              </a:rPr>
              <a:t>MATPLOTLİB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274F4-0E78-BBFF-0088-50A7D0CA7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Grafik ve görseller oluşturmak için kullanılan en temel güçlü kütüphanelerinden biri</a:t>
            </a:r>
          </a:p>
          <a:p>
            <a:r>
              <a:rPr lang="tr-TR" dirty="0"/>
              <a:t>Çok esnek ve özelleştirilebilir olmasıyla dikkat çeker.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0638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D58E1-3E25-982B-4E56-D638DDDF4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>
                <a:solidFill>
                  <a:srgbClr val="FF0000"/>
                </a:solidFill>
              </a:rPr>
              <a:t>SEABORN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7AD6B-ACEA-66F8-BAA2-E22AFB8DB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Matplotlib</a:t>
            </a:r>
            <a:r>
              <a:rPr lang="tr-TR" dirty="0"/>
              <a:t> üzerine inşa edilmiş bir kütüphanedir. </a:t>
            </a:r>
          </a:p>
          <a:p>
            <a:r>
              <a:rPr lang="tr-TR"/>
              <a:t>Daha sofistike0 </a:t>
            </a:r>
            <a:r>
              <a:rPr lang="tr-TR" dirty="0"/>
              <a:t>ve estetiktir ve güzel görseller sunar.</a:t>
            </a:r>
          </a:p>
          <a:p>
            <a:r>
              <a:rPr lang="tr-TR" dirty="0"/>
              <a:t>Özellikle veri analizi ve istatistiksel görselleştirme için organize edilmiştir. </a:t>
            </a:r>
          </a:p>
        </p:txBody>
      </p:sp>
    </p:spTree>
    <p:extLst>
      <p:ext uri="{BB962C8B-B14F-4D97-AF65-F5344CB8AC3E}">
        <p14:creationId xmlns:p14="http://schemas.microsoft.com/office/powerpoint/2010/main" val="29051813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4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4" id="{B75B3E3D-3F99-4DD2-96F8-897A061EA63C}" vid="{9820DB93-0CD6-4ED6-92D9-9AA2ADB2CC71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Tema4</Template>
  <TotalTime>8707</TotalTime>
  <Words>596</Words>
  <Application>Microsoft Office PowerPoint</Application>
  <PresentationFormat>Widescreen</PresentationFormat>
  <Paragraphs>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Tema4</vt:lpstr>
      <vt:lpstr>VERİ BİLİMİNE GİRİŞ</vt:lpstr>
      <vt:lpstr>9. HAFTA</vt:lpstr>
      <vt:lpstr>VERİ BİLİMİ ARAÇLARI </vt:lpstr>
      <vt:lpstr>PYTHON İLE VERİ BİLİMİ </vt:lpstr>
      <vt:lpstr>POPÜLER OLMASININ SEBEPLERİ</vt:lpstr>
      <vt:lpstr>PYTHON GELİŞTİRME ORTAMI</vt:lpstr>
      <vt:lpstr>PYTHON GELİŞTİRME ORTAMI</vt:lpstr>
      <vt:lpstr>PYHTON KODLARI SAKLAMA</vt:lpstr>
      <vt:lpstr>PYTHON KÜTÜPHANELERİ</vt:lpstr>
      <vt:lpstr>PYTHON KÜTÜPHANELERİ</vt:lpstr>
      <vt:lpstr>NUMPY</vt:lpstr>
      <vt:lpstr>PANDAS</vt:lpstr>
      <vt:lpstr>MATPLOTLİB</vt:lpstr>
      <vt:lpstr>SEABORN</vt:lpstr>
    </vt:vector>
  </TitlesOfParts>
  <Company>SolidShare.Net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dilek demiral</dc:creator>
  <cp:lastModifiedBy>Dilek Goncer Demiral</cp:lastModifiedBy>
  <cp:revision>21</cp:revision>
  <dcterms:created xsi:type="dcterms:W3CDTF">2020-12-10T11:16:39Z</dcterms:created>
  <dcterms:modified xsi:type="dcterms:W3CDTF">2026-03-03T20:12:47Z</dcterms:modified>
</cp:coreProperties>
</file>